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352" r:id="rId3"/>
    <p:sldId id="353" r:id="rId4"/>
    <p:sldId id="351" r:id="rId5"/>
    <p:sldId id="354" r:id="rId6"/>
    <p:sldId id="259" r:id="rId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8">
          <p15:clr>
            <a:srgbClr val="A4A3A4"/>
          </p15:clr>
        </p15:guide>
        <p15:guide id="2" pos="28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007"/>
    <a:srgbClr val="00AF92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0" autoAdjust="0"/>
    <p:restoredTop sz="95905" autoAdjust="0"/>
  </p:normalViewPr>
  <p:slideViewPr>
    <p:cSldViewPr snapToGrid="0">
      <p:cViewPr varScale="1">
        <p:scale>
          <a:sx n="110" d="100"/>
          <a:sy n="110" d="100"/>
        </p:scale>
        <p:origin x="830" y="82"/>
      </p:cViewPr>
      <p:guideLst>
        <p:guide orient="horz" pos="1568"/>
        <p:guide pos="28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6FD99-B1FA-4331-8905-DB39E8B288F7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A5662-EE05-40AE-BC81-81279C4CD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90893"/>
            <a:ext cx="6858000" cy="1242039"/>
          </a:xfrm>
        </p:spPr>
        <p:txBody>
          <a:bodyPr anchor="b">
            <a:normAutofit/>
          </a:bodyPr>
          <a:lstStyle>
            <a:lvl1pPr algn="ctr">
              <a:defRPr sz="54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001"/>
            <a:ext cx="6858000" cy="1242039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8035" indent="0" algn="ctr">
              <a:buNone/>
              <a:defRPr sz="1200"/>
            </a:lvl7pPr>
            <a:lvl8pPr marL="2400935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2022/2/6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8983"/>
            <a:ext cx="7886700" cy="326407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2022/2/6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28650" y="1640869"/>
            <a:ext cx="7886700" cy="1862662"/>
          </a:xfrm>
        </p:spPr>
        <p:txBody>
          <a:bodyPr>
            <a:normAutofit/>
          </a:bodyPr>
          <a:lstStyle>
            <a:lvl1pPr algn="ctr">
              <a:defRPr sz="45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458"/>
            <a:ext cx="3886200" cy="326407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458"/>
            <a:ext cx="3886200" cy="326407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994346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308950"/>
            <a:ext cx="3868340" cy="61804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962050"/>
            <a:ext cx="3868340" cy="268100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08950"/>
            <a:ext cx="3887391" cy="61804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962050"/>
            <a:ext cx="3887391" cy="268100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5" y="1619533"/>
            <a:ext cx="4286250" cy="1037019"/>
          </a:xfrm>
        </p:spPr>
        <p:txBody>
          <a:bodyPr anchor="b" anchorCtr="0">
            <a:normAutofit/>
          </a:bodyPr>
          <a:lstStyle>
            <a:lvl1pPr algn="ctr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2428875" y="2800391"/>
            <a:ext cx="4286250" cy="88960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8650" y="535348"/>
            <a:ext cx="3511241" cy="1071308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231888" y="535348"/>
            <a:ext cx="4283912" cy="405340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1735708"/>
            <a:ext cx="3511241" cy="2859191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8035" indent="0">
              <a:buNone/>
              <a:defRPr sz="750"/>
            </a:lvl7pPr>
            <a:lvl8pPr marL="2400935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2022/2/6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7833674" y="273892"/>
            <a:ext cx="681676" cy="4359641"/>
          </a:xfrm>
        </p:spPr>
        <p:txBody>
          <a:bodyPr vert="eaVert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49" y="273892"/>
            <a:ext cx="7084832" cy="4359641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413730"/>
            <a:ext cx="7886700" cy="416995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304047" y="1306195"/>
            <a:ext cx="669557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64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Kafka3.x</a:t>
            </a:r>
            <a:r>
              <a:rPr lang="zh-CN" altLang="en-US" sz="4000" b="1" dirty="0">
                <a:solidFill>
                  <a:srgbClr val="0064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从入门到精通</a:t>
            </a:r>
            <a:endParaRPr lang="zh-CN" altLang="zh-CN" sz="4000" b="1" dirty="0">
              <a:solidFill>
                <a:srgbClr val="0064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76255" y="3782870"/>
            <a:ext cx="3467616" cy="5847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3200" dirty="0">
                <a:solidFill>
                  <a:srgbClr val="0064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江湖人称：大海哥</a:t>
            </a:r>
            <a:endParaRPr lang="en-US" altLang="zh-CN" sz="3200" dirty="0">
              <a:solidFill>
                <a:srgbClr val="0064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633B415F-F568-4250-8D7F-9664D0095955}"/>
              </a:ext>
            </a:extLst>
          </p:cNvPr>
          <p:cNvSpPr/>
          <p:nvPr/>
        </p:nvSpPr>
        <p:spPr>
          <a:xfrm>
            <a:off x="489154" y="0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一、课程升级内容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80CF7BD-5028-4EFE-B1BB-7ECFCB9347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074056"/>
              </p:ext>
            </p:extLst>
          </p:nvPr>
        </p:nvGraphicFramePr>
        <p:xfrm>
          <a:off x="1934477" y="1835727"/>
          <a:ext cx="4592025" cy="1251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包装程序外壳对象" showAsIcon="1" r:id="rId4" imgW="1612440" imgH="439560" progId="Package">
                  <p:embed/>
                </p:oleObj>
              </mc:Choice>
              <mc:Fallback>
                <p:oleObj name="包装程序外壳对象" showAsIcon="1" r:id="rId4" imgW="1612440" imgH="4395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34477" y="1835727"/>
                        <a:ext cx="4592025" cy="1251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416394426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633B415F-F568-4250-8D7F-9664D0095955}"/>
              </a:ext>
            </a:extLst>
          </p:cNvPr>
          <p:cNvSpPr/>
          <p:nvPr/>
        </p:nvSpPr>
        <p:spPr>
          <a:xfrm>
            <a:off x="478903" y="0"/>
            <a:ext cx="17443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二、课程特色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667F15-B1AF-46A7-BA65-82B5D11ED3F2}"/>
              </a:ext>
            </a:extLst>
          </p:cNvPr>
          <p:cNvSpPr/>
          <p:nvPr/>
        </p:nvSpPr>
        <p:spPr>
          <a:xfrm>
            <a:off x="515771" y="798367"/>
            <a:ext cx="53864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新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：针对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Kafka3.0.0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版本讲解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46B575-5DE8-4218-A947-694C6DFAD195}"/>
              </a:ext>
            </a:extLst>
          </p:cNvPr>
          <p:cNvSpPr/>
          <p:nvPr/>
        </p:nvSpPr>
        <p:spPr>
          <a:xfrm>
            <a:off x="515771" y="2725397"/>
            <a:ext cx="76177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细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：按照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出书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标准编写，一行一行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手敲代码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FF7D53-6C20-4FB0-9135-97AD2326CDCB}"/>
              </a:ext>
            </a:extLst>
          </p:cNvPr>
          <p:cNvSpPr/>
          <p:nvPr/>
        </p:nvSpPr>
        <p:spPr>
          <a:xfrm>
            <a:off x="515771" y="1761882"/>
            <a:ext cx="71000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全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：几乎涵盖了所有关于</a:t>
            </a:r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相关内容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F4D1DA-B0A1-4A44-BB1F-1D62EBF8A4DC}"/>
              </a:ext>
            </a:extLst>
          </p:cNvPr>
          <p:cNvSpPr/>
          <p:nvPr/>
        </p:nvSpPr>
        <p:spPr>
          <a:xfrm>
            <a:off x="515771" y="3688913"/>
            <a:ext cx="72795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快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60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页的</a:t>
            </a:r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PPT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动画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，让你快速掌握技术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32785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C5A0506-09DD-47C6-8D75-E91A00B4361E}"/>
              </a:ext>
            </a:extLst>
          </p:cNvPr>
          <p:cNvSpPr/>
          <p:nvPr/>
        </p:nvSpPr>
        <p:spPr>
          <a:xfrm>
            <a:off x="419879" y="1003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三、资料获取方式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922AD1-EE2A-4EF4-AC51-C4EDD7DDFB14}"/>
              </a:ext>
            </a:extLst>
          </p:cNvPr>
          <p:cNvSpPr/>
          <p:nvPr/>
        </p:nvSpPr>
        <p:spPr>
          <a:xfrm>
            <a:off x="765095" y="1130880"/>
            <a:ext cx="6689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关注尚硅谷教育公众号：回复  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大数据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2EAC6D-2818-4BC4-B8A3-3B8AFB6EF3F4}"/>
              </a:ext>
            </a:extLst>
          </p:cNvPr>
          <p:cNvSpPr/>
          <p:nvPr/>
        </p:nvSpPr>
        <p:spPr>
          <a:xfrm>
            <a:off x="765095" y="2143887"/>
            <a:ext cx="45961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老学员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谷粒学院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免费观看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64B05E-93BA-4E85-8AF6-5E1F49C9B42A}"/>
              </a:ext>
            </a:extLst>
          </p:cNvPr>
          <p:cNvSpPr/>
          <p:nvPr/>
        </p:nvSpPr>
        <p:spPr>
          <a:xfrm>
            <a:off x="765095" y="3156893"/>
            <a:ext cx="26805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站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免费观看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39378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C5A0506-09DD-47C6-8D75-E91A00B4361E}"/>
              </a:ext>
            </a:extLst>
          </p:cNvPr>
          <p:cNvSpPr/>
          <p:nvPr/>
        </p:nvSpPr>
        <p:spPr>
          <a:xfrm>
            <a:off x="419882" y="1003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四、技术基础要求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905C84-4B76-4638-A2F4-058E62828934}"/>
              </a:ext>
            </a:extLst>
          </p:cNvPr>
          <p:cNvSpPr/>
          <p:nvPr/>
        </p:nvSpPr>
        <p:spPr>
          <a:xfrm>
            <a:off x="910421" y="985407"/>
            <a:ext cx="32223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熟悉</a:t>
            </a:r>
            <a:r>
              <a:rPr lang="en-US" altLang="zh-CN" sz="2800" dirty="0" err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Javase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基础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0AD939-8611-49DB-B7F8-1F023DF7FA41}"/>
              </a:ext>
            </a:extLst>
          </p:cNvPr>
          <p:cNvSpPr/>
          <p:nvPr/>
        </p:nvSpPr>
        <p:spPr>
          <a:xfrm>
            <a:off x="910421" y="3378145"/>
            <a:ext cx="35012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熟悉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Idea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开发工具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F2FACC-8221-4FEA-8701-02BBE1AB4D1A}"/>
              </a:ext>
            </a:extLst>
          </p:cNvPr>
          <p:cNvSpPr/>
          <p:nvPr/>
        </p:nvSpPr>
        <p:spPr>
          <a:xfrm>
            <a:off x="910421" y="2181776"/>
            <a:ext cx="36615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熟悉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Linux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常用命令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98119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23678" y="1851668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谢谢老铁们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全屏显示(16:9)</PresentationFormat>
  <Paragraphs>18</Paragraphs>
  <Slides>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思源黑体 Medium</vt:lpstr>
      <vt:lpstr>Arial</vt:lpstr>
      <vt:lpstr>Calibri</vt:lpstr>
      <vt:lpstr>Office 主题</vt:lpstr>
      <vt:lpstr>程序包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</cp:revision>
  <dcterms:created xsi:type="dcterms:W3CDTF">2018-03-01T02:03:00Z</dcterms:created>
  <dcterms:modified xsi:type="dcterms:W3CDTF">2022-02-06T12:51:04Z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